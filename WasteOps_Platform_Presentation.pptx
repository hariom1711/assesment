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586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WasteOps Platform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Multi-Country Operations &amp; Dispatch Marketplace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Pitch Deck &amp; Platform Architecture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The Core Marketplace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Uber-Style Marketplace Operations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Independent collectors register on the platform. Customers request pickup services. Work orders are dynamically assigned to available haulers.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Operations Dashboard First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1 prioritizes an operations command deck, allowing operators to run daily collections, approve KYC registrations, and monitor logistics before rolling out mobile apps.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Multi-Country Foundation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Engineered from Day 1 to support multiple countries, currencies, and local mobile money payment providers (GHS, NGN, XOF).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Sack-Based Collection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Official Company Sacks Only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Customers must purchase official company sacks (Small, Medium, Large). Collectors will only load approved sacks, eliminating disputes.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Fixed Price Structure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Standard collections are billed at a fixed rate per sack. Distance-based calculations are completely avoided for regular bookings.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Special Bulk Pickups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Custom pipeline for large item removals (furniture, debris). Customers request bulk quotes, which are manually priced and cleared by admin.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Trust &amp; Photo Verification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KYC Verification Onboarding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Operations reviews identity document uploads, mobile phone records, and vehicle capacity details before approving field agents.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Camera Proof Confirmations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Collectors must snap a photo of the waste sacks at the client's gateway to complete their routes, resolving service delivery disputes.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Operations Review Gallery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Proof photos feed directly into the admin verification grid, enabling operators to audit files, approve payouts, or flag disputes.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4. Feature-Phone SMS Booking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Inbound Command Parsing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Allows users without data connection to request collections by texting shortcode commands (e.g. 'PICKUP 3 SACKS').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Gateway Webhooks Ready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Compatible with Hubtel (Ghana) and Twilio (Nigeria/International) gateways with active callback handlers.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Automated Triggers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maps phone numbers to clients, creates requests, and triggers template replies for dispatch, arrival, and collection completion.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5. Multi-Service Expansion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Unified Service Categories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Platform architecture handles three initial verticals: Waste Collection, Home Cleaning, and Pest Control services.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Specialized Provider Roster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Separates capacity indicators, ratings, and job states between tricycle drivers, deep cleaners, and pest technicians.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Zero Refactoring Scale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Engineered to register new service verticals (plumbing, repairs) dynamically without requiring backend schema alterations.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6. Live Dashboard Dispatch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Real-time Telemetry Tracking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Interactive SVG tracking grids simulating active GPS coordinates drift of online providers.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Autopilot Dispatch Mode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Auto-Pilot matches all pending requests to the closest matching approved provider based on regional availability.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Financial Wallet Settlements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Monitors momo/card gateway deposits, manages customer wallets, and reconciles provider commissions.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475</Words>
  <Application>Microsoft Office PowerPoint</Application>
  <PresentationFormat>On-screen Show (16:9)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Hariom Ojha</cp:lastModifiedBy>
  <cp:revision>1</cp:revision>
  <dcterms:created xsi:type="dcterms:W3CDTF">2026-06-18T12:44:10Z</dcterms:created>
  <dcterms:modified xsi:type="dcterms:W3CDTF">2026-06-19T08:02:37Z</dcterms:modified>
</cp:coreProperties>
</file>