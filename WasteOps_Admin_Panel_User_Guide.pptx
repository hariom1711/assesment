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WasteOps Admin Panel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Operator &amp; Administrator User Guide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Operations, Real-Time Dispatching, Channels Simulator &amp; Verification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WasteOps Governance Systems | Version 1.1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INTERFACE LAYOUT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Header &amp; Navigation Shell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shares the same header bar and sidebar controls: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Country Scope (Top Right flag dropdown):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Sets all visual stats to either Ghana (GHS), Nigeria (NGN), or Côte d'Ivoire (XOF).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Theme Switcher: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Toggles layouts between Obsidian dark mode and Luminous light mode.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Sidebar Links: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Accesses operational tasks, core service modules, verification channels, resources, and platforms.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SHELL LAYOUT WIREFRAME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1280160" cy="2560320"/>
          </a:xfrm>
          <a:prstGeom prst="rect">
            <a:avLst/>
          </a:prstGeom>
          <a:solidFill>
            <a:srgbClr val="F3EF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1097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All Requests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Dispatch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Core Services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SMS 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Settings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35240" y="1828800"/>
            <a:ext cx="34747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   [ 🇬🇭 Scope Dropdown ]  [ ☀️/🌙 Toggle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35240" y="22860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7432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WORKSPACE CONTAINER 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the currently selected module interface. Resizes dynamically.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PANEL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Dashboard (Homepage)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dashboard monitors volumes, dispatcher queues, and telemetry: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KPIs (Top Cards):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Total Customers, Active Collectors, Today's Pickups, Today's Revenue, and Pending Queue.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Collector Telemetry Map: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SVG tracking maps showing active driver coordinates. Click coordinates to review profiles.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Requests Queue Table: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Overview of requests (ID, client names, address location, local currency, status badge).</a:t>
            </a:r>
            <a:endParaRPr lang="en-US" sz="1300" dirty="0"/>
          </a:p>
        </p:txBody>
      </p:sp>
      <p:pic>
        <p:nvPicPr>
          <p:cNvPr id="6" name="Image 0" descr="./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80160"/>
            <a:ext cx="53035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PANEL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Dispatch &amp; All Requests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 routing handles manual driver routing: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Requests Grid: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Lists all entries. Search by customer or address, and filter by status badges.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Dispatch Queue: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Shows only bookings in 'Pending Assignment' state.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Dispatch Process Flow: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Click 'Assign Driver' -&gt; Review available collectors modal (ratings, vehicle capacity) -&gt; Click 'Confirm Dispatch'.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ASSIGNMENT MODAL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9F8FD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ORDER PU-1002 (3 Sacks)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Yaw Boateng - Tricycle - 4.8 Rating - [ ASSIGN 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4754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Chinedu Obi - Van - 4.6 Rating - [ ASSIGN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3566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online, approved drivers are listed in the dispatch modal.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PANEL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Dispatch Telemetry 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your field crew is essential for routing efficiency: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Coded Pulsing Statuses: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🟢 Green Pin: Collector is online and available for bookings.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🟡 Yellow Pin: Collector has an active assigned job.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🔴 Red Pin: Collector is offline/off-shift.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Drifting Simulation: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Pins move dynamically on the SVG map using a mock coordinates generator to reflect actual movement.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Zoom Controls &amp; Overlays: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Zoom controls at the bottom right. Fleet cards at the bottom indicate active sectors (Accra, Lagos, etc.).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DISPATCH MAP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Accra Street Network SVG Grid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210312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col-1 (Online)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961120" y="2926080"/>
            <a:ext cx="182880" cy="1828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col-2 (On Job)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424160" y="3474720"/>
            <a:ext cx="548640" cy="731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[+]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[-]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Collection &amp; Special Pickups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collections are structured into two categories: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Sack Pickups (Tab 1):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Houses standard collections. Bookings are made using small, medium, or large pre-paid bags.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 Pickups (Tab 2):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For oversized waste (furniture, tires). Shows custom photo attachments and description lists.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Quoting Workflow (Special Pickups):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Find a pending special request -&gt; Click pencil edit icon -&gt; Enter price -&gt; Confirm. Order shifts to dispatcher queue.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PICKUP QUOTING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PICKUP SP-1003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Ama Mensah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Description: Large wooden wardrobe and cabinet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3EF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Wardrobe Image Preview 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32104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Quote Amount (GHS):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321040" y="2834640"/>
            <a:ext cx="25603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GHS 120.00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329184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QUOTE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Pest Control 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controls extend beyond waste collection: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Home Cleaning Module: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Exposes requests for cleaning. Bookings detail property types (Apartment, House, Office), rooms, and dates. Cleaners are dispatched via cards.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Pest Extermination Module: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Treatment requests for termites, rats, bedbugs, and mosquitoes. Admins can upload inspection files and assign specialists.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Cleaner &amp; Specialist dispatch maps: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Both decks allow manual provider assignment by matching active status fields.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DISPATCH CENTER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92024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JOB CL-2001 (Apartment - 3 Rooms)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Ama Mensah | Deep clean kitchen and bedrooms.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Assigned | Provider: Efua Cleaning Co.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31089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154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 JOB PC-3001 (Termite Extermination)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Kojo Appiah | Office warehouse inspection.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New | [ ASSIGN EXTERMINATOR BUTTON 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&amp; VERIFICATIONS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 Center &amp; Simulator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manage bookings created by text messaging: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 Feature Phone Simulator: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Type bookings (e.g., 'PICKUP 3 SACKS') and click send to test real-time parsing.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Inbound Webhook Event Log: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Trace incoming SMS strings, customer phone matching, automated database registrations, and system responses.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Template Editor: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Configure automated templates (e.g. invalid formatting alerts, confirmation replies, and completion notices).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GATEWAY PHONE SIMULATOR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737360"/>
            <a:ext cx="2743200" cy="265176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 w="508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210312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3 SACKS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0" y="265176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reply: PU-1002 registered.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06640" y="3931920"/>
            <a:ext cx="2011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39776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here...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509760" y="39319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3977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&amp; VERIFICATIONS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Proof Verification Gallery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quality control by reviewing photos uploaded by drivers on job completion: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Proof Photos Feed: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Completed orders display photo attachments (bags collected at the curb).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Verification Actions: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Admins click green 'Approve Proof' (marks job as verified, releases driver payout) or red 'Flag Disputed' (marks job as disputed for supervisor review).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Compliance: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Enforces driver photo requirements before closure.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PORTAL SCREEN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2024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C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377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Complete Curb Sacks Photo Upload 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PU-1001   |   Driver: Yaw Boateng   |   3 Sacks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356616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PROOF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778240" y="356616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B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DISPUTED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Providers, Customers &amp; Inventory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require managing fleet providers, customers, and inventory levels: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Providers Listing: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Shows collectors names, vehicle type, onboarding status (Approved, Pending, Suspended), star rating, and availability controls.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Directory: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Tracks client addresses, wallet balances, total spend logs, and active status switches.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Sack Inventory Tracker: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Check Small, Medium, Large stock levels (warning bars show on low stock). Restock warehouse inventories via 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SACK STOCK &amp; INVENTORY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Sacks: 840 Sold / 2000 Stock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2148840"/>
            <a:ext cx="4572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148840"/>
            <a:ext cx="1920240" cy="137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Sacks: 910 Sold / 1800 Stock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2606040"/>
            <a:ext cx="4572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606040"/>
            <a:ext cx="2286000" cy="137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834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Sacks: 760 Sold / 1200 Stock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3063240"/>
            <a:ext cx="4572000" cy="1371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063240"/>
            <a:ext cx="2834640" cy="137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3474720"/>
            <a:ext cx="4572000" cy="73152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520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INVENTORY ALERT: Large sacks stock level is under 10% in Ghana region. Please submit restock wholesale form.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Ledger &amp; Platform Settings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finance splits, security logging, and country parameters: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Ledger: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Tracks payments via MoMo, Card, Bank, and Cash. Calculates commission splits dynamically.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 Settings: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Configure tax rates per country, enable payment providers, and adjust SMS provider credentials.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Audit Log: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Tracks all admin modifications (role changes, settings updates) with timestamps and details, ensuring transparency.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280160"/>
            <a:ext cx="530352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SETTINGS &amp; AUDIT LOGS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4937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920240"/>
            <a:ext cx="4754880" cy="822960"/>
          </a:xfrm>
          <a:prstGeom prst="rect">
            <a:avLst/>
          </a:prstGeom>
          <a:solidFill>
            <a:srgbClr val="F3EF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GHANA REGION PARAMETERS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Rate: 12.5%  |  Sms Gateway: Hubtel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Providers: [x] MTN MoMo [x] Card [x] Cash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64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SECURITY AUDIT 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09360" y="3017520"/>
            <a:ext cx="4754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632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64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          | Actor       | Action           | Details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64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14:20:05       | super_admin | settings.update  | Tax rate -&gt; 12.5%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64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14:18:10       | admin_ops   | driver.assign    | PU-1002 -&gt; col-1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2026-06-19T10:12:19Z</dcterms:created>
  <dcterms:modified xsi:type="dcterms:W3CDTF">2026-06-19T10:12:19Z</dcterms:modified>
</cp:coreProperties>
</file>